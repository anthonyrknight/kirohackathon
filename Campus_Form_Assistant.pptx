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Campus Form Assistant</a:t>
            </a:r>
          </a:p>
          <a:p>
            <a:pPr algn="l">
              <a:spcAft>
                <a:spcPts val="400"/>
              </a:spcAft>
            </a:pPr>
            <a:r>
              <a:rPr sz="2600" b="0">
                <a:solidFill>
                  <a:srgbClr val="818CF8"/>
                </a:solidFill>
                <a:latin typeface="Segoe UI"/>
              </a:rPr>
              <a:t>A conversational AI agent that replaces paper campus forms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94A3B8"/>
                </a:solidFill>
                <a:latin typeface="Segoe UI"/>
              </a:rPr>
              <a:t>with guided workflows, rule validation, and ready-to-submit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Kiro Hackathon  ·  Group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The Problem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818CF8"/>
                </a:solidFill>
                <a:latin typeface="Segoe UI"/>
              </a:rPr>
              <a:t>Campus paperwork is slow, error-prone, and frustrating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1168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18CF8"/>
                </a:solidFill>
                <a:latin typeface="Segoe UI"/>
              </a:rPr>
              <a:t>Paper &amp; PDF forms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Students download, print, hand-fill, and physically deliver forms. Fields are cramped and easy to misread.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18CF8"/>
                </a:solidFill>
                <a:latin typeface="Segoe UI"/>
              </a:rPr>
              <a:t>No validation at the source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Mistakes (wrong ID format, bad email, missing fields) aren't caught until a human reviews them later.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25196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18CF8"/>
                </a:solidFill>
                <a:latin typeface="Segoe UI"/>
              </a:rPr>
              <a:t>Hidden campus rules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Deadlines, credit caps, and eligibility rules live in handbooks. Students don't know they broke a rule until they're rejected.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4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251960"/>
            <a:ext cx="4480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18CF8"/>
                </a:solidFill>
                <a:latin typeface="Segoe UI"/>
              </a:rPr>
              <a:t>Slow back-and-forth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A single error means the form bounces back, restarting the whole cycle and delaying registration.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The Solution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C55E"/>
                </a:solidFill>
                <a:latin typeface="Segoe UI"/>
              </a:rPr>
              <a:t>Have a conversation instead of filling out a form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94183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Guided conversation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The agent asks one question at a time in plain language. The student answers naturally — 'add', 'yes', '11/15/2026'.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880360"/>
            <a:ext cx="731520" cy="73152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34640"/>
            <a:ext cx="94183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Validate as you go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Every answer is checked against campus rules immediately. Bad input is explained and re-asked on the spot.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023360"/>
            <a:ext cx="731520" cy="73152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977640"/>
            <a:ext cx="94183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Enforce campus rules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Credit caps, deadlines, ID and email formats, and cross-field rules are enforced before anything is submitted.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5166360"/>
            <a:ext cx="731520" cy="73152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120640"/>
            <a:ext cx="94183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Generate the document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A submission-ready PDF is produced with a reference number, field table, and signature block.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How It Works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818CF8"/>
                </a:solidFill>
                <a:latin typeface="Segoe UI"/>
              </a:rPr>
              <a:t>A data-driven engine — new forms are config, not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24688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1031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>
                <a:solidFill>
                  <a:srgbClr val="818CF8"/>
                </a:solidFill>
                <a:latin typeface="Segoe UI"/>
              </a:rPr>
              <a:t>Chat UI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Single-page web
chat (no framework)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4114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>
                <a:solidFill>
                  <a:srgbClr val="818CF8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2103120"/>
            <a:ext cx="24688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2331720"/>
            <a:ext cx="21031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>
                <a:solidFill>
                  <a:srgbClr val="818CF8"/>
                </a:solidFill>
                <a:latin typeface="Segoe UI"/>
              </a:rPr>
              <a:t>Agent engine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One-question flow
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4114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>
                <a:solidFill>
                  <a:srgbClr val="818CF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103120"/>
            <a:ext cx="24688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331720"/>
            <a:ext cx="21031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>
                <a:solidFill>
                  <a:srgbClr val="818CF8"/>
                </a:solidFill>
                <a:latin typeface="Segoe UI"/>
              </a:rPr>
              <a:t>Form schema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Fields, validators
&amp; campus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103120"/>
            <a:ext cx="4114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>
                <a:solidFill>
                  <a:srgbClr val="818CF8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2103120"/>
            <a:ext cx="2468880" cy="1645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46920" y="2331720"/>
            <a:ext cx="21031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>
                <a:solidFill>
                  <a:srgbClr val="818CF8"/>
                </a:solidFill>
                <a:latin typeface="Segoe UI"/>
              </a:rPr>
              <a:t>PDF document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Submission-ready
output +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105156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Key design choices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•  Data-driven forms — add a new form (leave of absence, room booking) by defining one schema. The UI and PDF generator pick it up automatically.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•  Deterministic core — validation and documents never depend on an LLM, so results are reliable and the app runs fully offline.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•  Optional LLM polish — if an API key is set, the agent warms up its phrasing; if anything fails it falls back to built-in wording.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Campus Rules In Action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818CF8"/>
                </a:solidFill>
                <a:latin typeface="Segoe UI"/>
              </a:rPr>
              <a:t>Real validation from the working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11680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Credit cap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Adding a course that pushes a student past the 21-credit limit is blocked — the agent bounces back and asks them to adjust.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Campus email only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A personal gmail address is rejected; the agent re-asks for an address ending in @riverside.edu.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160520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Format checks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Student ID (S1234567) and course codes (CS 101) must match the expected pattern before moving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88620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1480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22C55E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160520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Late-change reason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Drops after the deadline require a written reason for the registrar — enforced as a cross-field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Why It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2057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18CF8"/>
                </a:solidFill>
                <a:latin typeface="Segoe UI"/>
              </a:rPr>
              <a:t>Fewer rejections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Errors are caught at the source, not days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2057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18CF8"/>
                </a:solidFill>
                <a:latin typeface="Segoe UI"/>
              </a:rPr>
              <a:t>Faster for students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A conversation beats printing and hand-filling.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2057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18CF8"/>
                </a:solidFill>
                <a:latin typeface="Segoe UI"/>
              </a:rPr>
              <a:t>Less staff load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Clean, validated submissions reach the registrar.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82880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2148840"/>
            <a:ext cx="2057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18CF8"/>
                </a:solidFill>
                <a:latin typeface="Segoe UI"/>
              </a:rPr>
              <a:t>Easy to extend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E2E8F0"/>
                </a:solidFill>
                <a:latin typeface="Segoe UI"/>
              </a:rPr>
              <a:t>Any paper form becomes a workflow in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Skip the paperwork. Just have a conversation.</a:t>
            </a:r>
          </a:p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Built and verified end-to-end: chat → validation → PDF download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